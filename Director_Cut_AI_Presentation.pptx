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Director Cut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Fully Automated, Local AI Video Editing Pipeline</a:t>
            </a:r>
          </a:p>
          <a:p/>
          <a:p>
            <a:r>
              <a:t>Developed by Aniket Tripathi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editing has a steep learning curve and high technical barriers.</a:t>
            </a:r>
          </a:p>
          <a:p>
            <a:r>
              <a:t>Manual Editing is Tedious: Finding engaging moments requires frame-by-frame scrubbing.</a:t>
            </a:r>
          </a:p>
          <a:p>
            <a:r>
              <a:t>Privacy Risks: Current AI tools force users to upload raw media to cloud APIs.</a:t>
            </a:r>
          </a:p>
          <a:p>
            <a:r>
              <a:t>Costly Dependencies: Subscriptions for both editing software and AI generations.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Director Cut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autonomous, locally-hosted AI video director.</a:t>
            </a:r>
          </a:p>
          <a:p>
            <a:r>
              <a:t>Zero-Touch Pipeline: Upload footage and let AI analyze motion and audio automatically.</a:t>
            </a:r>
          </a:p>
          <a:p>
            <a:r>
              <a:t>100% Local Execution: Powered entirely by on-device LLMs and neural networks.</a:t>
            </a:r>
          </a:p>
          <a:p>
            <a:r>
              <a:t>Generative Audio: Synthesizes context-aware human voiceovers dynamically.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robust Python/React pipeline utilizing distinct AI engines:</a:t>
            </a:r>
          </a:p>
          <a:p>
            <a:r>
              <a:t>1. Faster-Whisper: Extracts word-level audio timestamps.</a:t>
            </a:r>
          </a:p>
          <a:p>
            <a:r>
              <a:t>2. OpenCV: Analyzes frame-by-frame visual energy.</a:t>
            </a:r>
          </a:p>
          <a:p>
            <a:r>
              <a:t>3. Llama 3.1: Acts as the director to pick the best 5-second slice and write a script.</a:t>
            </a:r>
          </a:p>
          <a:p>
            <a:r>
              <a:t>4. Kokoro-82M TTS: Generates the synthetic voiceover.</a:t>
            </a:r>
          </a:p>
          <a:p>
            <a:r>
              <a:t>5. MoviePy v2.0: Cuts, ducks background audio, layers TTS, and exports as .MP4.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React.js, Vite, custom Glassmorphism CSS architecture.</a:t>
            </a:r>
          </a:p>
          <a:p>
            <a:r>
              <a:t>Backend: Python, FastAPI, Uvicorn, Server-Sent Events (SSE).</a:t>
            </a:r>
          </a:p>
          <a:p>
            <a:r>
              <a:t>AI/ML Models: Llama 3.1 (Ollama), Whisper, Kokoro TTS.</a:t>
            </a:r>
          </a:p>
          <a:p>
            <a:r>
              <a:t>Media Processing: OpenCV, MoviePy.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Challenges Overcome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 Caching: Defeated rigid browser caching using dynamic timestamp URL generation.</a:t>
            </a:r>
          </a:p>
          <a:p>
            <a:r>
              <a:t>Autoplay Restrictions: Engineered strict H.264/AAC MP4 encoding to bypass silent browser blocks.</a:t>
            </a:r>
          </a:p>
          <a:p>
            <a:r>
              <a:t>Data Safeguards: Built mathematical fallback functions to prevent crashing on videos lacking audio tracks.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Aniket Tripathi</a:t>
            </a:r>
          </a:p>
          <a:p>
            <a:pPr lvl="1"/>
            <a:r>
              <a:t>B.Tech in Computer Science and Engineering, Institute of Engineering and Technology (IET) Lucknow (Class of 2027).</a:t>
            </a:r>
          </a:p>
          <a:p>
            <a:pPr lvl="1"/>
            <a:r>
              <a:t>Competitive Programming Achievements:</a:t>
            </a:r>
          </a:p>
          <a:p>
            <a:pPr lvl="2"/>
            <a:r>
              <a:t>800+ algorithmic problems solved across 100+ contests.</a:t>
            </a:r>
          </a:p>
          <a:p>
            <a:pPr lvl="2"/>
            <a:r>
              <a:t>Codeforces: AIR 1849 | CodeChef: Global Rank 4663.</a:t>
            </a:r>
          </a:p>
          <a:p>
            <a:pPr lvl="1"/>
            <a:r>
              <a:t>Portfolio: portfolio-iota-black-81.vercel.app</a:t>
            </a:r>
          </a:p>
          <a:p>
            <a:pPr lvl="1"/>
            <a:r>
              <a:t>Contact: tripathianiket2005@gmail.com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